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Aula 6: Manipulando Dados (DML)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Bem-vindos à sexta aula do nosso curso! Hoje vamos mergulhar no mundo da manipulação de dados, aprendendo como criar, ler, atualizar e excluir informações em bancos de dados usando SQL.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583"/>
            <a:ext cx="51698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Nossa Agenda de Hoje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24820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é DML?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9894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Entendendo a Linguagem de Manipulação de Dados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24820"/>
            <a:ext cx="4215408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Conceito CRUD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898940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quatro operações fundamentais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24820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469719"/>
            <a:ext cx="25093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Comandos Essenciais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898940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INSERT, SELECT, UPDATE, DELETE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195530"/>
            <a:ext cx="6422112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Prática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76965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Manipulando dados em nossas tabelas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195530"/>
            <a:ext cx="6422231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Exercício Final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769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Preenchendo dados do projeto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6632"/>
            <a:ext cx="7632025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DML - Linguagem de Manipulação de Dados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65145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Linguagem de Manipulação de Dados (DML) é o conjunto de comandos SQL que nos permite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gerenciar e manipular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os dados dentro das tabelas do banco de dados.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196358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Enquanto a DDL (Data Definition Language) define a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banco, a DML trabalha diretamente com 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F5F547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os dados que realmente importam para nossa aplicação.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327571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através da DML que damos vida aos nossos bancos de dados, transformando estruturas vazias em sistemas repletos de informações úteis.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1651516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792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Conceito 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1483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 é um acrônimo fundamental na programação que representa as quatro operações básicas de persistência de dados. É a base de praticamente qualquer sistema que trabalha com informações.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73160"/>
            <a:ext cx="6422231" cy="1580078"/>
          </a:xfrm>
          <a:prstGeom prst="roundRect">
            <a:avLst>
              <a:gd name="adj" fmla="val 1884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571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reate (Criar)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00073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Inserir novos dados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2148" y="443734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373160"/>
            <a:ext cx="6422231" cy="1580078"/>
          </a:xfrm>
          <a:prstGeom prst="roundRect">
            <a:avLst>
              <a:gd name="adj" fmla="val 1884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7612737" y="3571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ead (Ler)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12737" y="400073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Consultar dados existentes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12737" y="443734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151596"/>
            <a:ext cx="6422231" cy="1580078"/>
          </a:xfrm>
          <a:prstGeom prst="roundRect">
            <a:avLst>
              <a:gd name="adj" fmla="val 1884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992148" y="53499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pdate (Atualizar)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2148" y="577917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 dados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92148" y="621577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151596"/>
            <a:ext cx="6422231" cy="1580078"/>
          </a:xfrm>
          <a:prstGeom prst="roundRect">
            <a:avLst>
              <a:gd name="adj" fmla="val 1884"/>
            </a:avLst>
          </a:prstGeom>
          <a:solidFill>
            <a:srgbClr val="3E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12737" y="53499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elete (Apagar)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12737" y="577917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Remover dados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12737" y="621577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6297573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na Prática: Rede Social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70" y="1589603"/>
            <a:ext cx="6339007" cy="63390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0944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um aplicativo de rede social como Instagram ou Facebook. Todas as suas funcionalidades seguem o padrão CRUD: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072" y="2326958"/>
            <a:ext cx="280511" cy="3506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58639" y="2356247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Criar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158639" y="2835473"/>
            <a:ext cx="573131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Publicar um novo post, foto ou story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072" y="3479363"/>
            <a:ext cx="280511" cy="3506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58639" y="3508653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Ler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158639" y="3987879"/>
            <a:ext cx="573131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Visualizar o feed de notícias e posts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072" y="4631769"/>
            <a:ext cx="280511" cy="3506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58639" y="4661059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Atualizar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8158639" y="5140285"/>
            <a:ext cx="573131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Editar uma publicação ou perfil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072" y="5784175"/>
            <a:ext cx="280511" cy="3506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58639" y="5813465"/>
            <a:ext cx="233803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Deletar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8158639" y="6292691"/>
            <a:ext cx="573131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Apagar um post ou comentário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367"/>
            <a:ext cx="77120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 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INSERT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Criando Dados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662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comando INSERT é usado para inserir novos registros (linhas) em uma tabela, correspondendo à operação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CRUD.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054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Sintaxe Básica: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000732"/>
            <a:ext cx="7632025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3000732"/>
            <a:ext cx="7651790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3149560"/>
            <a:ext cx="72550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nome_tabela (coluna1, coluna2) VALUES (valor1, valor2);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1567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Exemplo Prático: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93790" y="4752023"/>
            <a:ext cx="7632025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0" name="Shape 8"/>
          <p:cNvSpPr/>
          <p:nvPr/>
        </p:nvSpPr>
        <p:spPr>
          <a:xfrm>
            <a:off x="783908" y="4752023"/>
            <a:ext cx="7651790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1" name="Text 9"/>
          <p:cNvSpPr/>
          <p:nvPr/>
        </p:nvSpPr>
        <p:spPr>
          <a:xfrm>
            <a:off x="982266" y="4900851"/>
            <a:ext cx="72550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clientes (nome, email) VALUES ("Ana", "ana@email.com");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908000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comando adiciona um novo cliente chamado "Ana" com o email "ana@email.com" à tabela clientes.</a:t>
            </a:r>
            <a:endParaRPr lang="en-US" sz="15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2430304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1258"/>
            <a:ext cx="74649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 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Lendo Dados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1899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comando SELECT é usado para consultar e recuperar dados de uma ou mais tabelas, correspondendo à operação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CRUD.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4859774"/>
            <a:ext cx="6422231" cy="2449354"/>
          </a:xfrm>
          <a:prstGeom prst="roundRect">
            <a:avLst>
              <a:gd name="adj" fmla="val 121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5008" y="50809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 Básico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15008" y="5614392"/>
            <a:ext cx="5979795" cy="615196"/>
          </a:xfrm>
          <a:prstGeom prst="roundRect">
            <a:avLst>
              <a:gd name="adj" fmla="val 4839"/>
            </a:avLst>
          </a:prstGeom>
          <a:solidFill>
            <a:srgbClr val="2C2C2C"/>
          </a:solidFill>
          <a:ln/>
        </p:spPr>
      </p:sp>
      <p:sp>
        <p:nvSpPr>
          <p:cNvPr id="8" name="Shape 5"/>
          <p:cNvSpPr/>
          <p:nvPr/>
        </p:nvSpPr>
        <p:spPr>
          <a:xfrm>
            <a:off x="1005126" y="5614392"/>
            <a:ext cx="5999559" cy="615196"/>
          </a:xfrm>
          <a:prstGeom prst="roundRect">
            <a:avLst>
              <a:gd name="adj" fmla="val 4839"/>
            </a:avLst>
          </a:prstGeom>
          <a:solidFill>
            <a:srgbClr val="2C2C2C"/>
          </a:solidFill>
          <a:ln/>
        </p:spPr>
      </p:sp>
      <p:sp>
        <p:nvSpPr>
          <p:cNvPr id="9" name="Text 6"/>
          <p:cNvSpPr/>
          <p:nvPr/>
        </p:nvSpPr>
        <p:spPr>
          <a:xfrm>
            <a:off x="1203484" y="5763220"/>
            <a:ext cx="560284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email FROM clientes;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15008" y="645283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Recupera apenas as colunas nome e email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4379" y="4859774"/>
            <a:ext cx="6422231" cy="2449354"/>
          </a:xfrm>
          <a:prstGeom prst="roundRect">
            <a:avLst>
              <a:gd name="adj" fmla="val 121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597" y="50809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 com Filtro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635597" y="5614392"/>
            <a:ext cx="5979795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5715" y="5614392"/>
            <a:ext cx="5999559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5" name="Text 12"/>
          <p:cNvSpPr/>
          <p:nvPr/>
        </p:nvSpPr>
        <p:spPr>
          <a:xfrm>
            <a:off x="7824073" y="5763220"/>
            <a:ext cx="56028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clientes WHERE nome = "Ana";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635597" y="677037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WHERE para filtrar resultados específicos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4332"/>
            <a:ext cx="70062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Comandos 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40424"/>
            <a:ext cx="39010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UPDATE: Atualizando Dados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01085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Usado para modificar dados em registros existentes, correspondendo à operação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CRUD.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869174"/>
            <a:ext cx="6279356" cy="1250275"/>
          </a:xfrm>
          <a:prstGeom prst="roundRect">
            <a:avLst>
              <a:gd name="adj" fmla="val 2381"/>
            </a:avLst>
          </a:prstGeom>
          <a:solidFill>
            <a:srgbClr val="2C2C2C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3869174"/>
            <a:ext cx="6299121" cy="1250275"/>
          </a:xfrm>
          <a:prstGeom prst="roundRect">
            <a:avLst>
              <a:gd name="adj" fmla="val 2381"/>
            </a:avLst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018002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clientes SET email = "ana.silva@email.com" WHERE nome = "Ana";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34269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 o email da cliente Ana para um novo endereço.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2440424"/>
            <a:ext cx="38947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DELETE: Removendo Dados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64874" y="301085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Usado para apagar registros de uma tabela, correspondendo à operação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CRUD.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64874" y="3869174"/>
            <a:ext cx="6279356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54992" y="3869174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2C2C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53350" y="4018002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clientes WHERE nome = "Ana";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02515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completamente o registro da cliente Ana da tabela.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6062067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49490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364962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6309955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Sempre use WHERE em UPDATE e DELETE para evitar modificar ou apagar todos os registros acidentalmente!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636"/>
            <a:ext cx="66607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Resumo dos Comandos DML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54091" y="26049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34189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Adiciona novos registros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64" y="2701230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6049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3034189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 dados existentes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738" y="3089731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95284" y="50362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895284" y="5465445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registros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237" y="5315605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4091" y="50362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93790" y="5465445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registros</a:t>
            </a:r>
            <a:endParaRPr lang="en-US" sz="15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1154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363" y="4927104"/>
            <a:ext cx="296942" cy="37111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6997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Estes quatro comandos formam a base de toda manipulação de dados em SQL. Dominá-los é essencial para trabalhar efetivamente com bancos de dados.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714" cy="114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720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Mão na Massa!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11799"/>
            <a:ext cx="1316736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Chegou a hora de praticar! Em grupos, vocês vão aplicar todos os comandos DML no projeto desenvolvido ao longo do curso.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510076"/>
            <a:ext cx="411480" cy="41148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2544366"/>
            <a:ext cx="274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325880" y="2572941"/>
            <a:ext cx="22861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Inserir Dados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968347"/>
            <a:ext cx="1257300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Adicionar pelo menos 5 registros em cada tabela do projeto usando INSERT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26644"/>
            <a:ext cx="411480" cy="41148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3660934"/>
            <a:ext cx="274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325880" y="3689509"/>
            <a:ext cx="22861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Consultar Dados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4084915"/>
            <a:ext cx="1257300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Fazer consultas variadas usando SELECT e WHERE para filtrar resultados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43212"/>
            <a:ext cx="411480" cy="41148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4777502"/>
            <a:ext cx="274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325880" y="4806077"/>
            <a:ext cx="23110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Atualizar Informações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5201483"/>
            <a:ext cx="1257300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 pelo menos um registro usando UPDATE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859780"/>
            <a:ext cx="411480" cy="41148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5894070"/>
            <a:ext cx="274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325880" y="5922645"/>
            <a:ext cx="22861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Remover Dados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6318052"/>
            <a:ext cx="1257300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Apagar um registro usando DELETE (com cuidado!)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6976348"/>
            <a:ext cx="411480" cy="41148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7010638"/>
            <a:ext cx="274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2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1325880" y="7039213"/>
            <a:ext cx="23169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Documentar Trabalho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7434620"/>
            <a:ext cx="12573000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Salvar o arquivo com todos os comandos no GitHub do grupo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2025-09-21T18:08:49Z</dcterms:created>
  <dcterms:modified xsi:type="dcterms:W3CDTF">2025-09-21T18:08:49Z</dcterms:modified>
</cp:coreProperties>
</file>